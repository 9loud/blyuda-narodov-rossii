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— Кирилл Чурсинов и Кирилл Кольчик из 9М класса. Наш проект называется «Блюда народов России»: мы сделали сайт, который знакомит с кухнями шести народов нашей страны.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Россия многонациональна: 190+ народов. Кухня — самый доступный способ узнать культуру соседей. Особенно это заметно в Мурино, где живут люди из разных регионов.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и четыре задачи: изучить кухни, собрать материалы, придумать дизайн, сделать и проверить сайт.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Метафора дизайна: карта России «вышита» нитями шести кухонь. Цвета взяли из традиционной вышивки и платков народов.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Главная — сердце сайта: интерактивная карта. Показываем, как точки открывают каталог нужной кухни.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каталоге ищем блюдо по ингредиенту или фильтруем по кухне. Если есть возможность — показать поиск вживую.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Открываем карточку блюда: история, рецепт, факт и подпись автора фото.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одному блюду от каждой кухни: щи, эчпочмак, кумыс, фыдджын, буузы, строганина. У каждого — своя история на сайте.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 всё просто и надёжно: обычные веб-файлы. Сайт проверили на телефоне, фото и карта — из открытых источников.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Подводим итоги: сайт готов и работает. Спасибо за внимание — готовы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5.jpg"/><Relationship Id="rId6" Type="http://schemas.openxmlformats.org/officeDocument/2006/relationships/image" Target="../media/image-8-6.jp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932688"/>
            <a:ext cx="3108960" cy="0"/>
          </a:xfrm>
          <a:prstGeom prst="line">
            <a:avLst/>
          </a:prstGeom>
          <a:noFill/>
          <a:ln w="3175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365760" y="118872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spc="100" kern="0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БЛЮДА НАРОДОВ РОССИИ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2212848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Интерактивный сайт о кухнях шести народов нашей страны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3255264" y="2926080"/>
            <a:ext cx="118872" cy="118872"/>
          </a:xfrm>
          <a:prstGeom prst="ellipse">
            <a:avLst/>
          </a:prstGeom>
          <a:solidFill>
            <a:srgbClr val="A63B2A"/>
          </a:solidFill>
          <a:ln w="12700">
            <a:solidFill>
              <a:srgbClr val="A63B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758184" y="2926080"/>
            <a:ext cx="118872" cy="118872"/>
          </a:xfrm>
          <a:prstGeom prst="ellipse">
            <a:avLst/>
          </a:prstGeom>
          <a:solidFill>
            <a:srgbClr val="2F7D5A"/>
          </a:solidFill>
          <a:ln w="12700">
            <a:solidFill>
              <a:srgbClr val="2F7D5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61104" y="2926080"/>
            <a:ext cx="118872" cy="118872"/>
          </a:xfrm>
          <a:prstGeom prst="ellipse">
            <a:avLst/>
          </a:prstGeom>
          <a:solidFill>
            <a:srgbClr val="B98A1E"/>
          </a:solidFill>
          <a:ln w="12700">
            <a:solidFill>
              <a:srgbClr val="B98A1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64024" y="2926080"/>
            <a:ext cx="118872" cy="118872"/>
          </a:xfrm>
          <a:prstGeom prst="ellipse">
            <a:avLst/>
          </a:prstGeom>
          <a:solidFill>
            <a:srgbClr val="7A3038"/>
          </a:solidFill>
          <a:ln w="12700">
            <a:solidFill>
              <a:srgbClr val="7A303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266944" y="2926080"/>
            <a:ext cx="118872" cy="118872"/>
          </a:xfrm>
          <a:prstGeom prst="ellipse">
            <a:avLst/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69864" y="2926080"/>
            <a:ext cx="118872" cy="118872"/>
          </a:xfrm>
          <a:prstGeom prst="ellipse">
            <a:avLst/>
          </a:prstGeom>
          <a:solidFill>
            <a:srgbClr val="4E8E8B"/>
          </a:solidFill>
          <a:ln w="12700">
            <a:solidFill>
              <a:srgbClr val="4E8E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6118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Авторы: Кирилл Чурсинов и Кирилл Кольчик · 9М класс</a:t>
            </a:r>
            <a:endParaRPr lang="en-US" sz="14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Школа №2, г. Мурино · 2026 год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138160" cy="0"/>
          </a:xfrm>
          <a:prstGeom prst="line">
            <a:avLst/>
          </a:prstGeom>
          <a:noFill/>
          <a:ln w="2540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02920" y="479145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Блюда народов России · школьный проект 9М · школа №2, Мурино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91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2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Почему это важно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В России живёт более 190 народов — и у каждого своя кухня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Мы часто знаем пиццу и суши лучше, чем блюда соседних народов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Мурино — молодой город, куда переезжают люди из разных регионов страны</a:t>
            </a:r>
            <a:endParaRPr lang="en-US" sz="16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6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Еда — простой способ познакомиться с культурой: приготовил, попробовал, поделился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138160" cy="0"/>
          </a:xfrm>
          <a:prstGeom prst="line">
            <a:avLst/>
          </a:prstGeom>
          <a:noFill/>
          <a:ln w="2540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02920" y="479145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Блюда народов России · школьный проект 9М · школа №2, Мурино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91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3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Цель и задачи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234440"/>
            <a:ext cx="8046720" cy="731520"/>
          </a:xfrm>
          <a:prstGeom prst="roundRect">
            <a:avLst>
              <a:gd name="adj" fmla="val 10000"/>
            </a:avLst>
          </a:prstGeom>
          <a:solidFill>
            <a:srgbClr val="F7F1E4"/>
          </a:solidFill>
          <a:ln w="12700">
            <a:solidFill>
              <a:srgbClr val="D8CBB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234440"/>
            <a:ext cx="64008" cy="731520"/>
          </a:xfrm>
          <a:prstGeom prst="rect">
            <a:avLst/>
          </a:prstGeom>
          <a:solidFill>
            <a:srgbClr val="A63B2A"/>
          </a:solidFill>
          <a:ln w="12700">
            <a:solidFill>
              <a:srgbClr val="A63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B2118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Цель — создать сайт «Блюда народов России», который в увлекательной и современной форме знакомит с кулинарными традициями народов страны.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Изучить кухни шести народов и отобрать блюда</a:t>
            </a:r>
            <a:endParaRPr lang="en-US" sz="15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Собрать истории, рецепты и фотографии из открытых источников</a:t>
            </a:r>
            <a:endParaRPr lang="en-US" sz="15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Придумать дизайн и сделать сайт: карта, каталог, поиск, фильтры</a:t>
            </a:r>
            <a:endParaRPr lang="en-US" sz="15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Проверить на телефоне и опубликовать в интернете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138160" cy="0"/>
          </a:xfrm>
          <a:prstGeom prst="line">
            <a:avLst/>
          </a:prstGeom>
          <a:noFill/>
          <a:ln w="2540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02920" y="479145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Блюда народов России · школьный проект 9М · школа №2, Мурино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91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Идея дизайна: «вышитая карта»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325880"/>
            <a:ext cx="804672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Оформление как вышивка: фон — цвет льна, текст — «чернила»</a:t>
            </a:r>
            <a:endParaRPr lang="en-US" sz="15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Пунктирные «стежки» и карта в «пяльцах»</a:t>
            </a:r>
            <a:endParaRPr lang="en-US" sz="15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У каждой кухни свой цвет «нити» — как у ниток в вышивке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042416" y="2880360"/>
            <a:ext cx="274320" cy="274320"/>
          </a:xfrm>
          <a:prstGeom prst="ellipse">
            <a:avLst/>
          </a:prstGeom>
          <a:solidFill>
            <a:srgbClr val="A63B2A"/>
          </a:solidFill>
          <a:ln w="12700">
            <a:solidFill>
              <a:srgbClr val="A63B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3246120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русская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386584" y="2880360"/>
            <a:ext cx="274320" cy="274320"/>
          </a:xfrm>
          <a:prstGeom prst="ellipse">
            <a:avLst/>
          </a:prstGeom>
          <a:solidFill>
            <a:srgbClr val="2F7D5A"/>
          </a:solidFill>
          <a:ln w="12700">
            <a:solidFill>
              <a:srgbClr val="2F7D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11096" y="3246120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татарская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730752" y="2880360"/>
            <a:ext cx="274320" cy="274320"/>
          </a:xfrm>
          <a:prstGeom prst="ellipse">
            <a:avLst/>
          </a:prstGeom>
          <a:solidFill>
            <a:srgbClr val="B98A1E"/>
          </a:solidFill>
          <a:ln w="12700">
            <a:solidFill>
              <a:srgbClr val="B98A1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55264" y="3246120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башкирская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74920" y="2880360"/>
            <a:ext cx="274320" cy="274320"/>
          </a:xfrm>
          <a:prstGeom prst="ellipse">
            <a:avLst/>
          </a:prstGeom>
          <a:solidFill>
            <a:srgbClr val="7A3038"/>
          </a:solidFill>
          <a:ln w="12700">
            <a:solidFill>
              <a:srgbClr val="7A303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99432" y="3246120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осетинская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19088" y="2880360"/>
            <a:ext cx="274320" cy="274320"/>
          </a:xfrm>
          <a:prstGeom prst="ellipse">
            <a:avLst/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3246120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бурятская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763256" y="2880360"/>
            <a:ext cx="274320" cy="274320"/>
          </a:xfrm>
          <a:prstGeom prst="ellipse">
            <a:avLst/>
          </a:prstGeom>
          <a:solidFill>
            <a:srgbClr val="4E8E8B"/>
          </a:solidFill>
          <a:ln w="12700">
            <a:solidFill>
              <a:srgbClr val="4E8E8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87768" y="3246120"/>
            <a:ext cx="1344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якутская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66928" y="37947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Дизайн придумали сами: кухни — как нити, которыми «вышита» карта России.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138160" cy="0"/>
          </a:xfrm>
          <a:prstGeom prst="line">
            <a:avLst/>
          </a:prstGeom>
          <a:noFill/>
          <a:ln w="2540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02920" y="479145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Блюда народов России · школьный проект 9М · школа №2, Мурино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91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Главная страница — карта России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3291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Кликабельная карта: шесть точек — шесть кухонь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Нажимаешь на точку — открывается каталог нужной кухни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Карта построена по геоданным Natural Earth — остаётся чёткой на любом экране</a:t>
            </a:r>
            <a:endParaRPr lang="en-US" sz="1350" dirty="0"/>
          </a:p>
        </p:txBody>
      </p:sp>
      <p:pic>
        <p:nvPicPr>
          <p:cNvPr id="7" name="Image 0" descr="C:\Users\Kirill\blyuda-narodov-rossii\_staging\shots\home-v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77640" y="1280160"/>
            <a:ext cx="4663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138160" cy="0"/>
          </a:xfrm>
          <a:prstGeom prst="line">
            <a:avLst/>
          </a:prstGeom>
          <a:noFill/>
          <a:ln w="2540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02920" y="479145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Блюда народов России · школьный проект 9М · школа №2, Мурино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91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Каталог: поиск и фильтры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32918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18 блюд — по три от каждой кухни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Поиск по названию и ингредиентам (например, «сыр»)</a:t>
            </a:r>
            <a:endParaRPr lang="en-US" sz="13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3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Фильтры: кухни и категории — супы, основные блюда, выпечка, закуски, сладкое, напитки</a:t>
            </a:r>
            <a:endParaRPr lang="en-US" sz="1350" dirty="0"/>
          </a:p>
        </p:txBody>
      </p:sp>
      <p:pic>
        <p:nvPicPr>
          <p:cNvPr id="7" name="Image 0" descr="C:\Users\Kirill\blyuda-narodov-rossii\_staging\shots\catalog-v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77640" y="1280160"/>
            <a:ext cx="46634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138160" cy="0"/>
          </a:xfrm>
          <a:prstGeom prst="line">
            <a:avLst/>
          </a:prstGeom>
          <a:noFill/>
          <a:ln w="2540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02920" y="479145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Блюда народов России · школьный проект 9М · школа №2, Мурино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91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7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Карточка блюда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55448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История: откуда взялось блюдо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Состав и пошаговый рецепт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Интересный факт</a:t>
            </a:r>
            <a:endParaRPr lang="en-US" sz="140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4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Автор и лицензия фотографии — всё честно</a:t>
            </a:r>
            <a:endParaRPr lang="en-US" sz="1400" dirty="0"/>
          </a:p>
        </p:txBody>
      </p:sp>
      <p:pic>
        <p:nvPicPr>
          <p:cNvPr id="7" name="Image 0" descr="C:\Users\Kirill\blyuda-narodov-rossii\_staging\shots\modal-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77640" y="1051560"/>
            <a:ext cx="4663440" cy="3566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138160" cy="0"/>
          </a:xfrm>
          <a:prstGeom prst="line">
            <a:avLst/>
          </a:prstGeom>
          <a:noFill/>
          <a:ln w="2540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02920" y="479145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Блюда народов России · школьный проект 9М · школа №2, Мурино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91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8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Шесть кухонь — шесть блюд</a:t>
            </a:r>
            <a:endParaRPr lang="en-US" sz="2800" dirty="0"/>
          </a:p>
        </p:txBody>
      </p:sp>
      <p:pic>
        <p:nvPicPr>
          <p:cNvPr id="6" name="Image 0" descr="C:\Users\Kirill\blyuda-narodov-rossii\assets\img\dishes\shch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207008"/>
            <a:ext cx="2651760" cy="12252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4414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Щи · русская</a:t>
            </a:r>
            <a:endParaRPr lang="en-US" sz="1100" dirty="0"/>
          </a:p>
        </p:txBody>
      </p:sp>
      <p:pic>
        <p:nvPicPr>
          <p:cNvPr id="8" name="Image 1" descr="C:\Users\Kirill\blyuda-narodov-rossii\assets\img\dishes\echpochmak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37560" y="1207008"/>
            <a:ext cx="2651760" cy="12252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337560" y="24414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Эчпочмак · татарская</a:t>
            </a:r>
            <a:endParaRPr lang="en-US" sz="1100" dirty="0"/>
          </a:p>
        </p:txBody>
      </p:sp>
      <p:pic>
        <p:nvPicPr>
          <p:cNvPr id="10" name="Image 2" descr="C:\Users\Kirill\blyuda-narodov-rossii\assets\img\dishes\kumy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26480" y="1207008"/>
            <a:ext cx="2651760" cy="122529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26480" y="244144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Кумыс · башкирская</a:t>
            </a:r>
            <a:endParaRPr lang="en-US" sz="1100" dirty="0"/>
          </a:p>
        </p:txBody>
      </p:sp>
      <p:pic>
        <p:nvPicPr>
          <p:cNvPr id="12" name="Image 3" descr="C:\Users\Kirill\blyuda-narodov-rossii\assets\img\dishes\fydzhyn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48640" y="2852928"/>
            <a:ext cx="2651760" cy="1225296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548640" y="408736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Фыдджын · осетинская</a:t>
            </a:r>
            <a:endParaRPr lang="en-US" sz="1100" dirty="0"/>
          </a:p>
        </p:txBody>
      </p:sp>
      <p:pic>
        <p:nvPicPr>
          <p:cNvPr id="14" name="Image 4" descr="C:\Users\Kirill\blyuda-narodov-rossii\assets\img\dishes\buuzy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3337560" y="2852928"/>
            <a:ext cx="2651760" cy="1225296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3337560" y="408736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Буузы · бурятская</a:t>
            </a:r>
            <a:endParaRPr lang="en-US" sz="1100" dirty="0"/>
          </a:p>
        </p:txBody>
      </p:sp>
      <p:pic>
        <p:nvPicPr>
          <p:cNvPr id="16" name="Image 5" descr="C:\Users\Kirill\blyuda-narodov-rossii\assets\img\dishes\stroganina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126480" y="2852928"/>
            <a:ext cx="2651760" cy="1225296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126480" y="4087368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Строганина · якутская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10896"/>
            <a:ext cx="8138160" cy="0"/>
          </a:xfrm>
          <a:prstGeom prst="line">
            <a:avLst/>
          </a:prstGeom>
          <a:noFill/>
          <a:ln w="2540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502920" y="4791456"/>
            <a:ext cx="6858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Блюда народов России · школьный проект 9М · школа №2, Мурино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275320" y="4791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9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02920" y="457200"/>
            <a:ext cx="8138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 устроен сайт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8046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Только HTML, CSS и JavaScript — без библиотек и сборки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Открывается без интернета — прямо с флешки; в сети работает на GitHub Pages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Карта — из открытых геоданных Natural Earth, фото — с Wikimedia Commons (авторы указаны)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Шрифты — свободные, всё хранится локально</a:t>
            </a:r>
            <a:endParaRPr lang="en-US" sz="15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55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Сайт адаптирован для телефона и большого экрана</a:t>
            </a:r>
            <a:endParaRPr lang="en-US" sz="15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EB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17520" y="1234440"/>
            <a:ext cx="3108960" cy="0"/>
          </a:xfrm>
          <a:prstGeom prst="line">
            <a:avLst/>
          </a:prstGeom>
          <a:noFill/>
          <a:ln w="31750">
            <a:solidFill>
              <a:srgbClr val="A63B2A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21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внимание!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6 кухонь · 18 блюд · карта, поиск, рецепты · открытые источники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Мы поняли главное: кухня — это живая история народа.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35661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63B2A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Вопросы?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4343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E604F"/>
                </a:solidFill>
                <a:latin typeface="Tahoma" pitchFamily="34" charset="0"/>
                <a:ea typeface="Tahoma" pitchFamily="34" charset="-122"/>
                <a:cs typeface="Tahoma" pitchFamily="34" charset="-120"/>
              </a:rPr>
              <a:t>Кирилл Чурсинов и Кирилл Кольчик · 9М класс · школа №2, г. Мурино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2026-10-17T17:24:31Z</dcterms:created>
  <dcterms:modified xsi:type="dcterms:W3CDTF">2026-10-17T17:24:31Z</dcterms:modified>
</cp:coreProperties>
</file>